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38BDF8"/>
                </a:solidFill>
                <a:latin typeface="Calibri"/>
              </a:rPr>
              <a:t>Schema Designer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91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5E7EB"/>
                </a:solidFill>
                <a:latin typeface="Calibri"/>
              </a:rPr>
              <a:t>Visual schema designer for MySQL / Postgres — with AI assist and Excel seeding.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18CF8"/>
                </a:solidFill>
                <a:latin typeface="Calibri"/>
              </a:rPr>
              <a:t>React + FastAPI  ·  Prisma + SQL output  ·  Claude Opus 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Starting a new project shouldn't mean writing DDL by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E5E7EB"/>
                </a:solidFill>
                <a:latin typeface="Calibri"/>
              </a:rPr>
              <a:t>•  Every new project starts with the same boilerplate: tables, columns, FKs, JSON fields, seed data.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5E7EB"/>
                </a:solidFill>
                <a:latin typeface="Calibri"/>
              </a:rPr>
              <a:t>•  Hand-writing CREATE TABLE for two dialects (MySQL + Postgres) is repetitive and error-prone.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5E7EB"/>
                </a:solidFill>
                <a:latin typeface="Calibri"/>
              </a:rPr>
              <a:t>•  Prisma schema and SQL DDL drift apart over time — the source of truth becomes unclear.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5E7EB"/>
                </a:solidFill>
                <a:latin typeface="Calibri"/>
              </a:rPr>
              <a:t>•  Seeding tables from a customer's Excel file means a one-off import script every single time.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5E7EB"/>
                </a:solidFill>
                <a:latin typeface="Calibri"/>
              </a:rPr>
              <a:t>•  And nobody wants to type out 20 columns for a table they could describe in one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Schema Designer  · 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Calibri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Three things, one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57600" cy="41148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38BDF8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97480"/>
            <a:ext cx="64008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Visual table designer.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Drag-free editor for tables, columns, types (incl. JSON), PK / FK / unique / auto-increment / defaults.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Schema auto-persists to localStorage.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657600" cy="41148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031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Calibri"/>
              </a:rPr>
              <a:t>Generate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697480"/>
            <a:ext cx="64008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92608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One source → four outputs.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Postgres DDL · MySQL DDL · Prisma schema (PG) · Prisma schema (MySQL).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Live preview, copy or download.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657600" cy="41148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1031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Calibri"/>
              </a:rPr>
              <a:t>Seed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2697480"/>
            <a:ext cx="64008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92608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Excel → INSERT statements.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Upload .xlsx (one sheet per table, headers must match). Validates, previews, then emits dialect-specific INSERTs.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Schema Designer  ·  Hackathon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Calibri"/>
              </a:rPr>
              <a:t>✨ AI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Describe an entity in plain English. Get suggested columns.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5E7EB"/>
                </a:solidFill>
                <a:latin typeface="Calibri"/>
              </a:rPr>
              <a:t>•  Per-table AI panel — "A user account with profile JSON and timestamps"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5E7EB"/>
                </a:solidFill>
                <a:latin typeface="Calibri"/>
              </a:rPr>
              <a:t>•  Returns a list of suggested columns with type, attributes, and reasoning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5E7EB"/>
                </a:solidFill>
                <a:latin typeface="Calibri"/>
              </a:rPr>
              <a:t>•  Check / uncheck each suggestion — you stay in control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5E7EB"/>
                </a:solidFill>
                <a:latin typeface="Calibri"/>
              </a:rPr>
              <a:t>•  Follow-up prompts: "add soft-delete", "make email lowercase-unique"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5E7EB"/>
                </a:solidFill>
                <a:latin typeface="Calibri"/>
              </a:rPr>
              <a:t>•  "New table from description" — generate a whole table from one sentence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5E7EB"/>
                </a:solidFill>
                <a:latin typeface="Calibri"/>
              </a:rPr>
              <a:t>•  Uses Claude Opus 4.7 with adaptive thinking + prompt caching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✨ AI Assist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514600"/>
            <a:ext cx="4754880" cy="594360"/>
          </a:xfrm>
          <a:prstGeom prst="roundRect">
            <a:avLst/>
          </a:prstGeom>
          <a:solidFill>
            <a:srgbClr val="0B122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606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A user account with email, password hash, profile JSON, and timestamps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246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Consolas"/>
              </a:rPr>
              <a:t>✓ 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246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32461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nsolas"/>
              </a:rPr>
              <a:t>PK · AI · 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566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Consolas"/>
              </a:rPr>
              <a:t>✓ 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5661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string(255)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nsolas"/>
              </a:rPr>
              <a:t>UNQ · 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886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Consolas"/>
              </a:rPr>
              <a:t>✓  password_hash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38862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string(255)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886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nsolas"/>
              </a:rPr>
              <a:t>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206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Consolas"/>
              </a:rPr>
              <a:t>✓ 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206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nsolas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526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Consolas"/>
              </a:rPr>
              <a:t>✓  created_at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45262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datetime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5262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nsolas"/>
              </a:rPr>
              <a:t>= CURRENT_TIMESTAMP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8463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Consolas"/>
              </a:rPr>
              <a:t>✓  updated_at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8463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datetime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4846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nsolas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532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18CF8"/>
                </a:solidFill>
                <a:latin typeface="Calibri"/>
              </a:rPr>
              <a:t>6 of 6 selected   →   [ Add 6 columns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Schema Designer  ·  Hackathon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Two services, clean boundary.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937760" cy="36576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Calibri"/>
              </a:rPr>
              <a:t>Frontend  ·  React + Vite + 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  <a:latin typeface="Calibri"/>
              </a:rPr>
              <a:t>•  App.tsx — 3 views: Design / Generate / Import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  <a:latin typeface="Calibri"/>
              </a:rPr>
              <a:t>•  TableEditor — per-table column editor + FK picker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  <a:latin typeface="Calibri"/>
              </a:rPr>
              <a:t>•  AIAssist — describe → suggest → accept/refine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  <a:latin typeface="Calibri"/>
              </a:rPr>
              <a:t>•  GeneratedCode — live SQL &amp; Prisma preview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  <a:latin typeface="Calibri"/>
              </a:rPr>
              <a:t>•  ExcelImport — validate + INSERT generator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  <a:latin typeface="Calibri"/>
              </a:rPr>
              <a:t>•  localStorage persistence, Vite proxy →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011680"/>
            <a:ext cx="4937760" cy="36576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240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18CF8"/>
                </a:solidFill>
                <a:latin typeface="Calibri"/>
              </a:rPr>
              <a:t>Backend  ·  FastAPI (Python)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83464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  <a:latin typeface="Calibri"/>
              </a:rPr>
              <a:t>•  models.py — Pydantic Schema / Table / Column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  <a:latin typeface="Calibri"/>
              </a:rPr>
              <a:t>•  generators/sql.py — Postgres + MySQL DDL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  <a:latin typeface="Calibri"/>
              </a:rPr>
              <a:t>•  generators/prisma.py — schema.prisma w/ relations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  <a:latin typeface="Calibri"/>
              </a:rPr>
              <a:t>•  excel.py — openpyxl validator + INSERT generator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  <a:latin typeface="Calibri"/>
              </a:rPr>
              <a:t>•  ai.py — Claude Opus 4.7 via official SDK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  <a:latin typeface="Calibri"/>
              </a:rPr>
              <a:t>•  main.py — REST endpoints + CORS</a:t>
            </a:r>
          </a:p>
        </p:txBody>
      </p:sp>
      <p:sp>
        <p:nvSpPr>
          <p:cNvPr id="12" name="Left-Right Arrow 11"/>
          <p:cNvSpPr/>
          <p:nvPr/>
        </p:nvSpPr>
        <p:spPr>
          <a:xfrm>
            <a:off x="5715000" y="3703320"/>
            <a:ext cx="777240" cy="320040"/>
          </a:xfrm>
          <a:prstGeom prst="left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40233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onsolas"/>
              </a:rPr>
              <a:t>/api → :8000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Schema Designer  · 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Calibri"/>
              </a:rPr>
              <a:t>One schema, every flavor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11 column types map cleanly to Postgres, MySQL, and Prisma.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828800" cy="384048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Schema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828800"/>
            <a:ext cx="2926080" cy="384048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901952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Postgres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828800"/>
            <a:ext cx="3108960" cy="384048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90195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MySQL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828800"/>
            <a:ext cx="3291840" cy="384048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90195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Prisma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12848"/>
            <a:ext cx="182880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28600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212848"/>
            <a:ext cx="292608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228600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INTEGER / SERIAL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212848"/>
            <a:ext cx="310896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286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INT [AUTO_INCREMENT]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212848"/>
            <a:ext cx="329184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28600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96896"/>
            <a:ext cx="182880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67004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bigint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596896"/>
            <a:ext cx="292608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267004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BIGINT / BIGSERIAL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596896"/>
            <a:ext cx="310896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67004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BIGINT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596896"/>
            <a:ext cx="329184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267004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BigInt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980944"/>
            <a:ext cx="182880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05409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string(n)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2980944"/>
            <a:ext cx="292608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3054096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VARCHAR(n)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2980944"/>
            <a:ext cx="310896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305409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VARCHAR(n)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980944"/>
            <a:ext cx="329184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05409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String @db.VarChar(n)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364992"/>
            <a:ext cx="182880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43814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3364992"/>
            <a:ext cx="292608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3438144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TEXT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3364992"/>
            <a:ext cx="310896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40680" y="3438144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TEXT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3364992"/>
            <a:ext cx="329184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343814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String @db.Text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749040"/>
            <a:ext cx="182880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382219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boolean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3749040"/>
            <a:ext cx="292608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4600" y="3822192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BOOLEAN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749040"/>
            <a:ext cx="310896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0680" y="382219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TINYINT(1)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3749040"/>
            <a:ext cx="329184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9640" y="382219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Boolean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133088"/>
            <a:ext cx="182880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420624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decimal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40" y="4133088"/>
            <a:ext cx="292608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14600" y="420624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NUMERIC(p,s)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0" y="4133088"/>
            <a:ext cx="310896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40680" y="42062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DECIMAL(p,s)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4133088"/>
            <a:ext cx="329184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49640" y="420624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Decimal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517136"/>
            <a:ext cx="182880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459028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datetime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77440" y="4517136"/>
            <a:ext cx="292608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14600" y="459028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TIMESTAMP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0" y="4517136"/>
            <a:ext cx="310896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40680" y="459028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DATETIME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12480" y="4517136"/>
            <a:ext cx="329184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49640" y="459028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DateTime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4901184"/>
            <a:ext cx="182880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497433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json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377440" y="4901184"/>
            <a:ext cx="292608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14600" y="4974336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JSONB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0" y="4901184"/>
            <a:ext cx="310896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40680" y="497433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JSON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12480" y="4901184"/>
            <a:ext cx="329184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49640" y="497433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Json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5285232"/>
            <a:ext cx="182880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uuid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377440" y="5285232"/>
            <a:ext cx="292608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14600" y="5358384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UUID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03520" y="5285232"/>
            <a:ext cx="310896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40680" y="5358384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CHAR(36)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12480" y="5285232"/>
            <a:ext cx="3291840" cy="38404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49640" y="53583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onsolas"/>
              </a:rPr>
              <a:t>String @db.Uuid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Schema Designer  ·  Hackathon 2026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Calibri"/>
              </a:rPr>
              <a:t>Generated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Pick a tab. Copy or download.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Postgres 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577840" cy="4023360"/>
          </a:xfrm>
          <a:prstGeom prst="roundRect">
            <a:avLst/>
          </a:prstGeom>
          <a:solidFill>
            <a:srgbClr val="0B122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3035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Consolas"/>
              </a:rPr>
              <a:t>-- Schema: my_project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-- Dialect: postgres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CREATE TABLE "users" (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"id"         SERIAL NOT NULL,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"email"      VARCHAR(255) NOT NULL UNIQUE,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"name"       VARCHAR(120),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"metadata"   JSONB,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"created_at" TIMESTAMP NOT NULL DEFAULT CURRENT_TIMESTAMP,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PRIMARY KEY ("id")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);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CREATE TABLE "posts" (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"id"      SERIAL NOT NULL,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"user_id" INTEGER NOT NULL,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"title"   VARCHAR(200) NOT NULL,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"tags"    JSONB,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PRIMARY KEY ("id"),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FOREIGN KEY ("user_id") REFERENCES "users"("id")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18CF8"/>
                </a:solidFill>
                <a:latin typeface="Calibri"/>
              </a:rPr>
              <a:t>Prisma (Postgres)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94560"/>
            <a:ext cx="5257800" cy="4023360"/>
          </a:xfrm>
          <a:prstGeom prst="roundRect">
            <a:avLst/>
          </a:prstGeom>
          <a:solidFill>
            <a:srgbClr val="0B122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Consolas"/>
              </a:rPr>
              <a:t>model users {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id         Int       @id @default(autoincrement())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email      String    @unique @db.VarChar(255)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name       String?   @db.VarChar(120)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metadata   Json?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created_at DateTime  @db.Timestamp(6)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posts_list posts[]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}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model posts {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id           Int    @id @default(autoincrement())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user_id      Int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title        String @db.VarChar(200)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tags         Json?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users_user_id users  @relation(fields: [user_id], references: [id])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Schema Designer  · 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Calibri"/>
              </a:rPr>
              <a:t>Excel → seed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Headers must match. The rest is automatic.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06040" cy="1188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alibri"/>
              </a:rPr>
              <a:t>📤 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alibri"/>
              </a:rPr>
              <a:t>.xlsx workbook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alibri"/>
              </a:rPr>
              <a:t>One sheet per table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606040"/>
            <a:ext cx="2286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2103120"/>
            <a:ext cx="2606040" cy="1188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2402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818CF8"/>
                </a:solidFill>
                <a:latin typeface="Calibri"/>
              </a:rPr>
              <a:t>✓ 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974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alibri"/>
              </a:rPr>
              <a:t>Sheet name = table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alibri"/>
              </a:rPr>
              <a:t>Headers = column names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7880" y="2606040"/>
            <a:ext cx="2286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2103120"/>
            <a:ext cx="2606040" cy="1188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402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👁  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974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alibri"/>
              </a:rPr>
              <a:t>First 25 rows per sheet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alibri"/>
              </a:rPr>
              <a:t>Flag missing/extra cols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86800" y="2606040"/>
            <a:ext cx="2286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15400" y="2103120"/>
            <a:ext cx="2606040" cy="1188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2402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Calibri"/>
              </a:rPr>
              <a:t>⚙  Generate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6974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alibri"/>
              </a:rPr>
              <a:t>INSERT statements</a:t>
            </a:r>
          </a:p>
          <a:p>
            <a:pPr algn="l"/>
            <a:r>
              <a:rPr sz="1100" b="0">
                <a:solidFill>
                  <a:srgbClr val="E5E7EB"/>
                </a:solidFill>
                <a:latin typeface="Calibri"/>
              </a:rPr>
              <a:t>for Postgres or 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Calibri"/>
              </a:rPr>
              <a:t>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23360"/>
            <a:ext cx="11064240" cy="2194560"/>
          </a:xfrm>
          <a:prstGeom prst="roundRect">
            <a:avLst/>
          </a:prstGeom>
          <a:solidFill>
            <a:srgbClr val="0B122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1480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Consolas"/>
              </a:rPr>
              <a:t>-- Generated INSERT statements (postgres)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-- users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INSERT INTO "users" ("email", "name", "metadata")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VALUES ('alice@example.com', 'Alice', '{"role":"admin"}');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INSERT INTO "users" ("email", "name", "metadata")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VALUES ('bob@example.com',   'Bob',   '{"role":"user"}');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-- posts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INSERT INTO "posts" ("user_id", "title", "tags")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VALUES (1, 'Hello world', '["intro","welcome"]');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Schema Designer  · 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Calibri"/>
              </a:rPr>
              <a:t>Under the hood — AI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How the magic actually 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194560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Describes entity</a:t>
            </a:r>
          </a:p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or refines prior turn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2606040"/>
            <a:ext cx="13716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0360" y="2011680"/>
            <a:ext cx="2194560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1488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18CF8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6032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Loads system prompt</a:t>
            </a:r>
          </a:p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+ conversation history</a:t>
            </a:r>
          </a:p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+ existing columns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74920" y="2606040"/>
            <a:ext cx="13716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80" y="2011680"/>
            <a:ext cx="2194560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1488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Claude Opus 4.7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56032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Adaptive thinking</a:t>
            </a:r>
          </a:p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Prompt-cached system</a:t>
            </a:r>
          </a:p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client.messages.parse()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06640" y="2606040"/>
            <a:ext cx="13716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43800" y="2011680"/>
            <a:ext cx="2194560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1488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Pydantic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56032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Schema-validated</a:t>
            </a:r>
          </a:p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SuggestedColumn[]</a:t>
            </a:r>
          </a:p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+ rationale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38360" y="2606040"/>
            <a:ext cx="13716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5520" y="2011680"/>
            <a:ext cx="2194560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1488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56032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Checkboxes per col</a:t>
            </a:r>
          </a:p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+ accept/refine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Calibri"/>
              </a:rPr>
              <a:t>The Claude API call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14800"/>
            <a:ext cx="11064240" cy="2103120"/>
          </a:xfrm>
          <a:prstGeom prst="roundRect">
            <a:avLst/>
          </a:prstGeom>
          <a:solidFill>
            <a:srgbClr val="0B122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206240"/>
            <a:ext cx="107899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Consolas"/>
              </a:rPr>
              <a:t>response = client.messages.parse(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  model="claude-opus-4-7",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  max_tokens=8000,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  thinking={"type": "adaptive"},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  system=[{"type": "text", "text": SYSTEM_PROMPT,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           "cache_control": {"type": "ephemeral"}}],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  messages=[*history, {"role": "user", "content": user_turn}],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    output_format=SuggestionResult,   # Pydantic — schema auto-derived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)</a:t>
            </a:r>
          </a:p>
          <a:p>
            <a:r>
              <a:rPr sz="1100">
                <a:solidFill>
                  <a:srgbClr val="E5E7EB"/>
                </a:solidFill>
                <a:latin typeface="Consolas"/>
              </a:rPr>
              <a:t>result = response.parsed_output       # typed list of SuggestedColumn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Schema Designer  ·  Hackathon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Calibri"/>
              </a:rPr>
              <a:t>Run it on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Two terminals. Five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Backend  ·  FastAPI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577840" cy="3657600"/>
          </a:xfrm>
          <a:prstGeom prst="roundRect">
            <a:avLst/>
          </a:prstGeom>
          <a:solidFill>
            <a:srgbClr val="0B122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3035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Consolas"/>
              </a:rPr>
              <a:t># Terminal 1 — backend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cd backend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python -m venv .venv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.\.venv\Scripts\Activate.ps1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pip install -r requirements.txt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# Optional — enable AI Assist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$env:ANTHROPIC_API_KEY = "sk-ant-..."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uvicorn app.main:app --reload --port 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18CF8"/>
                </a:solidFill>
                <a:latin typeface="Calibri"/>
              </a:rPr>
              <a:t>Frontend  · 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94560"/>
            <a:ext cx="5257800" cy="3657600"/>
          </a:xfrm>
          <a:prstGeom prst="roundRect">
            <a:avLst/>
          </a:prstGeom>
          <a:solidFill>
            <a:srgbClr val="0B122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Consolas"/>
              </a:rPr>
              <a:t># Terminal 2 — frontend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cd frontend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npm install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npm run dev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# Open in browser</a:t>
            </a:r>
          </a:p>
          <a:p>
            <a:r>
              <a:rPr sz="1300">
                <a:solidFill>
                  <a:srgbClr val="E5E7EB"/>
                </a:solidFill>
                <a:latin typeface="Consolas"/>
              </a:rPr>
              <a:t># http://127.0.0.1:5173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API docs at http://127.0.0.1:8000/docs   ·   Schema persists to localStorage   ·   Works without API key (AI panel just disables)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Schema Designer  · 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Hackathon scope shipped. Here's the roadmap.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54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Calibri"/>
              </a:rPr>
              <a:t>Live DB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Calibri"/>
              </a:rPr>
              <a:t>Run generated DDL directly against a Postgres/MySQL connection string from the UI.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109728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Calibri"/>
              </a:rPr>
              <a:t>Indexes &amp;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1460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Calibri"/>
              </a:rPr>
              <a:t>Add CREATE INDEX, CHECK constraints, and composite-unique indexes to the designer.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109728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Calibri"/>
              </a:rPr>
              <a:t>Schema 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20040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Calibri"/>
              </a:rPr>
              <a:t>Reverse direction: introspect an existing database and pre-populate the designer.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109728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8620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Calibri"/>
              </a:rPr>
              <a:t>More 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8620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Calibri"/>
              </a:rPr>
              <a:t>TypeORM, SQLAlchemy, Drizzle output alongside Prisma.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109728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Calibri"/>
              </a:rPr>
              <a:t>Diff &amp; migrations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57200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Calibri"/>
              </a:rPr>
              <a:t>Compare two schemas and emit ALTER TABLE migrations.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66360"/>
            <a:ext cx="109728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Calibri"/>
              </a:rPr>
              <a:t>Team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25780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Calibri"/>
              </a:rPr>
              <a:t>Share schemas via a backend store; comment threads on columns.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52160"/>
            <a:ext cx="109728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8BDF8"/>
                </a:solidFill>
                <a:latin typeface="Calibri"/>
              </a:rPr>
              <a:t>Thanks!  ·  github.com/your-org/schema-designer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Schema Designer  ·  Hackathon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